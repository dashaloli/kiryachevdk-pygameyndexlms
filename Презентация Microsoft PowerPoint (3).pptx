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4"/>
    <p:sldId id="263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CF158-883E-463F-B39C-6E9C6C7443D8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62D27-B03B-4DE5-854A-E5C124FDF7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05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F62D27-B03B-4DE5-854A-E5C124FDF76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088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43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581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26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96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64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712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44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34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89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462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1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0BA78-C1E2-4D81-83D7-57F3DBAB0BAA}" type="datetimeFigureOut">
              <a:rPr lang="ru-RU" smtClean="0"/>
              <a:t>12.02.2025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15E18-3D19-4753-AC47-348146B1D7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57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Презинтация</a:t>
            </a:r>
            <a:r>
              <a:rPr lang="ru-RU" dirty="0" smtClean="0"/>
              <a:t> на тему</a:t>
            </a:r>
            <a:r>
              <a:rPr lang="en-US" dirty="0" smtClean="0"/>
              <a:t>: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smtClean="0"/>
              <a:t>проект </a:t>
            </a:r>
            <a:r>
              <a:rPr lang="en-US" b="1" dirty="0" err="1" smtClean="0"/>
              <a:t>PyGame</a:t>
            </a:r>
            <a:r>
              <a:rPr lang="en-US" b="1" dirty="0"/>
              <a:t> </a:t>
            </a:r>
            <a:r>
              <a:rPr lang="en-US" b="1" dirty="0" smtClean="0"/>
              <a:t>“</a:t>
            </a:r>
            <a:r>
              <a:rPr lang="ru-RU" b="1" dirty="0" err="1" smtClean="0"/>
              <a:t>алканоид</a:t>
            </a:r>
            <a:r>
              <a:rPr lang="en-US" b="1" dirty="0" smtClean="0"/>
              <a:t>”</a:t>
            </a:r>
            <a:endParaRPr lang="en-US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2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задачи: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pPr lvl="1"/>
            <a:r>
              <a:rPr lang="ru-RU" dirty="0" smtClean="0"/>
              <a:t>Реализация </a:t>
            </a:r>
            <a:r>
              <a:rPr lang="ru-RU" dirty="0"/>
              <a:t>управления платформой с помощью мыши.</a:t>
            </a:r>
          </a:p>
          <a:p>
            <a:pPr lvl="1"/>
            <a:r>
              <a:rPr lang="ru-RU" dirty="0"/>
              <a:t>Разработка физики отскока мяча.</a:t>
            </a:r>
          </a:p>
          <a:p>
            <a:pPr lvl="1"/>
            <a:r>
              <a:rPr lang="ru-RU" dirty="0"/>
              <a:t>Создание разрушаемых блоков.</a:t>
            </a:r>
          </a:p>
          <a:p>
            <a:pPr lvl="1"/>
            <a:r>
              <a:rPr lang="ru-RU" dirty="0" err="1"/>
              <a:t>Минималистичный</a:t>
            </a:r>
            <a:r>
              <a:rPr lang="ru-RU" dirty="0"/>
              <a:t> и удобный интерфейс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Целевая аудитория</a:t>
            </a:r>
            <a:r>
              <a:rPr lang="ru-RU" b="1" dirty="0" smtClean="0"/>
              <a:t>:</a:t>
            </a:r>
          </a:p>
          <a:p>
            <a:r>
              <a:rPr lang="ru-RU" dirty="0"/>
              <a:t> Игроки, начинающие разработчики, желающие изучить </a:t>
            </a:r>
            <a:r>
              <a:rPr lang="ru-RU" dirty="0" err="1"/>
              <a:t>Pygame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09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H="1" flipV="1">
            <a:off x="740664" y="182880"/>
            <a:ext cx="97536" cy="16395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82880"/>
            <a:ext cx="11353800" cy="5994083"/>
          </a:xfrm>
        </p:spPr>
        <p:txBody>
          <a:bodyPr>
            <a:normAutofit/>
          </a:bodyPr>
          <a:lstStyle/>
          <a:p>
            <a:r>
              <a:rPr lang="ru-RU" b="1" dirty="0"/>
              <a:t>Платформа:</a:t>
            </a:r>
            <a:r>
              <a:rPr lang="ru-RU" dirty="0"/>
              <a:t> </a:t>
            </a:r>
            <a:r>
              <a:rPr lang="ru-RU" dirty="0" err="1"/>
              <a:t>Pygame</a:t>
            </a:r>
            <a:r>
              <a:rPr lang="ru-RU" dirty="0"/>
              <a:t> (</a:t>
            </a:r>
            <a:r>
              <a:rPr lang="ru-RU" dirty="0" err="1"/>
              <a:t>Python</a:t>
            </a:r>
            <a:r>
              <a:rPr lang="ru-RU" dirty="0"/>
              <a:t>).</a:t>
            </a:r>
          </a:p>
          <a:p>
            <a:r>
              <a:rPr lang="ru-RU" b="1" dirty="0"/>
              <a:t>Тип игры:</a:t>
            </a:r>
            <a:r>
              <a:rPr lang="ru-RU" dirty="0"/>
              <a:t> </a:t>
            </a:r>
            <a:r>
              <a:rPr lang="ru-RU" dirty="0" err="1"/>
              <a:t>Арканоид</a:t>
            </a:r>
            <a:r>
              <a:rPr lang="ru-RU" dirty="0"/>
              <a:t> с элементами управления мышью.</a:t>
            </a:r>
          </a:p>
          <a:p>
            <a:r>
              <a:rPr lang="ru-RU" b="1" dirty="0"/>
              <a:t>Режимы игры</a:t>
            </a:r>
            <a:r>
              <a:rPr lang="ru-RU" b="1" dirty="0" smtClean="0"/>
              <a:t>:</a:t>
            </a:r>
            <a:endParaRPr lang="ru-RU" dirty="0"/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57784" y="4919170"/>
            <a:ext cx="3831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ru-RU" dirty="0" smtClean="0"/>
              <a:t>Стартовый экран </a:t>
            </a:r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ru-RU" dirty="0" smtClean="0"/>
              <a:t>Выберете профиль</a:t>
            </a:r>
            <a:r>
              <a:rPr lang="en-US" dirty="0" smtClean="0"/>
              <a:t>”</a:t>
            </a:r>
            <a:endParaRPr lang="ru-RU" dirty="0" smtClean="0"/>
          </a:p>
          <a:p>
            <a:pPr lvl="1"/>
            <a:r>
              <a:rPr lang="ru-RU" dirty="0" smtClean="0"/>
              <a:t>с кнопкой </a:t>
            </a:r>
            <a:r>
              <a:rPr lang="en-US" dirty="0" smtClean="0"/>
              <a:t>“</a:t>
            </a:r>
            <a:r>
              <a:rPr lang="ru-RU" dirty="0" smtClean="0"/>
              <a:t>Новый</a:t>
            </a:r>
          </a:p>
          <a:p>
            <a:pPr lvl="1"/>
            <a:r>
              <a:rPr lang="ru-RU" dirty="0"/>
              <a:t>п</a:t>
            </a:r>
            <a:r>
              <a:rPr lang="ru-RU" dirty="0" smtClean="0"/>
              <a:t>рофиль</a:t>
            </a:r>
            <a:r>
              <a:rPr lang="en-US" dirty="0" smtClean="0"/>
              <a:t>”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4718304" y="4983480"/>
            <a:ext cx="2459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dirty="0" smtClean="0"/>
              <a:t>Пауза с кнопкой </a:t>
            </a:r>
          </a:p>
          <a:p>
            <a:pPr lvl="1"/>
            <a:r>
              <a:rPr lang="ru-RU" dirty="0" smtClean="0"/>
              <a:t>«Продолжить».</a:t>
            </a:r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074152" y="5047487"/>
            <a:ext cx="30266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ru-RU" dirty="0" smtClean="0"/>
              <a:t>Экран «</a:t>
            </a:r>
            <a:r>
              <a:rPr lang="ru-RU" dirty="0" err="1" smtClean="0"/>
              <a:t>Game</a:t>
            </a:r>
            <a:r>
              <a:rPr lang="ru-RU" dirty="0" smtClean="0"/>
              <a:t> </a:t>
            </a:r>
            <a:r>
              <a:rPr lang="ru-RU" dirty="0" err="1" smtClean="0"/>
              <a:t>Over</a:t>
            </a:r>
            <a:r>
              <a:rPr lang="ru-RU" dirty="0" smtClean="0"/>
              <a:t>» с </a:t>
            </a:r>
          </a:p>
          <a:p>
            <a:pPr lvl="1"/>
            <a:r>
              <a:rPr lang="ru-RU" dirty="0" smtClean="0"/>
              <a:t>возможностью перезапуска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44858"/>
            <a:ext cx="4014216" cy="3274312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835" y="1644858"/>
            <a:ext cx="3950058" cy="327431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511" y="1644858"/>
            <a:ext cx="4232489" cy="3274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6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Основные элементы: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ru-RU" dirty="0" smtClean="0"/>
              <a:t>Платформа</a:t>
            </a:r>
            <a:r>
              <a:rPr lang="ru-RU" dirty="0"/>
              <a:t>: управляемый игроком прямоугольник.</a:t>
            </a:r>
          </a:p>
          <a:p>
            <a:pPr lvl="1"/>
            <a:r>
              <a:rPr lang="ru-RU" dirty="0"/>
              <a:t>Мяч: круг, отскакивающий от платформы и блоков.</a:t>
            </a:r>
          </a:p>
          <a:p>
            <a:pPr lvl="1"/>
            <a:r>
              <a:rPr lang="ru-RU" dirty="0"/>
              <a:t>Блоки: прямоугольники, которые исчезают при столкновении с мячом.</a:t>
            </a:r>
          </a:p>
          <a:p>
            <a:r>
              <a:rPr lang="ru-RU" b="1" dirty="0"/>
              <a:t>Кнопки:</a:t>
            </a:r>
            <a:endParaRPr lang="ru-RU" dirty="0"/>
          </a:p>
          <a:p>
            <a:pPr lvl="1"/>
            <a:r>
              <a:rPr lang="ru-RU" dirty="0"/>
              <a:t>«Старт», «Пауза», «Продолжить», «Рестарт».</a:t>
            </a:r>
          </a:p>
          <a:p>
            <a:r>
              <a:rPr lang="ru-RU" b="1" dirty="0"/>
              <a:t>Текстовые элементы:</a:t>
            </a:r>
            <a:endParaRPr lang="ru-RU" dirty="0"/>
          </a:p>
          <a:p>
            <a:pPr lvl="1"/>
            <a:r>
              <a:rPr lang="ru-RU" dirty="0"/>
              <a:t>Заголовок «</a:t>
            </a:r>
            <a:r>
              <a:rPr lang="ru-RU" dirty="0" err="1"/>
              <a:t>Арканоид</a:t>
            </a:r>
            <a:r>
              <a:rPr lang="ru-RU" dirty="0"/>
              <a:t>», «</a:t>
            </a:r>
            <a:r>
              <a:rPr lang="ru-RU" dirty="0" err="1"/>
              <a:t>Game</a:t>
            </a:r>
            <a:r>
              <a:rPr lang="ru-RU" dirty="0"/>
              <a:t> </a:t>
            </a:r>
            <a:r>
              <a:rPr lang="ru-RU" dirty="0" err="1"/>
              <a:t>Over</a:t>
            </a:r>
            <a:r>
              <a:rPr lang="ru-RU" dirty="0"/>
              <a:t>», «Пауза».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649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93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Платформа:</a:t>
            </a:r>
            <a:endParaRPr lang="ru-RU" dirty="0"/>
          </a:p>
          <a:p>
            <a:pPr lvl="1"/>
            <a:r>
              <a:rPr lang="ru-RU" dirty="0"/>
              <a:t>Управление с помощью мыши.</a:t>
            </a:r>
          </a:p>
          <a:p>
            <a:pPr lvl="1"/>
            <a:r>
              <a:rPr lang="ru-RU" dirty="0"/>
              <a:t>Ограничение движения в пределах экрана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r>
              <a:rPr lang="ru-RU" b="1" dirty="0"/>
              <a:t>Мяч:</a:t>
            </a:r>
            <a:endParaRPr lang="ru-RU" dirty="0"/>
          </a:p>
          <a:p>
            <a:pPr lvl="1"/>
            <a:r>
              <a:rPr lang="ru-RU" dirty="0"/>
              <a:t>Отскок от платформы, блоков </a:t>
            </a:r>
            <a:r>
              <a:rPr lang="ru-RU" dirty="0" smtClean="0"/>
              <a:t>и</a:t>
            </a:r>
          </a:p>
          <a:p>
            <a:pPr marL="457200" lvl="1" indent="0">
              <a:buNone/>
            </a:pPr>
            <a:r>
              <a:rPr lang="ru-RU" dirty="0" smtClean="0"/>
              <a:t>границ экрана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Изменение направления </a:t>
            </a:r>
            <a:r>
              <a:rPr lang="ru-RU" dirty="0" smtClean="0"/>
              <a:t>при</a:t>
            </a:r>
          </a:p>
          <a:p>
            <a:pPr marL="457200" lvl="1" indent="0">
              <a:buNone/>
            </a:pPr>
            <a:r>
              <a:rPr lang="ru-RU" dirty="0" smtClean="0"/>
              <a:t>столкновениях.</a:t>
            </a:r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lvl="1"/>
            <a:endParaRPr lang="ru-RU" dirty="0"/>
          </a:p>
          <a:p>
            <a:r>
              <a:rPr lang="ru-RU" b="1" dirty="0"/>
              <a:t>Блоки:</a:t>
            </a:r>
            <a:endParaRPr lang="ru-RU" dirty="0"/>
          </a:p>
          <a:p>
            <a:pPr lvl="1"/>
            <a:r>
              <a:rPr lang="ru-RU" dirty="0"/>
              <a:t>Размещение в виде сетки.</a:t>
            </a:r>
          </a:p>
          <a:p>
            <a:pPr lvl="1"/>
            <a:r>
              <a:rPr lang="ru-RU" dirty="0"/>
              <a:t>Уничтожение при столкновении с мячом.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3" y="4435231"/>
            <a:ext cx="4915230" cy="100438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01" y="2184388"/>
            <a:ext cx="1886213" cy="13241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143" y="342729"/>
            <a:ext cx="4644351" cy="104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7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flipV="1">
            <a:off x="838200" y="301752"/>
            <a:ext cx="10515600" cy="6337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880"/>
            <a:ext cx="10515600" cy="5994083"/>
          </a:xfrm>
        </p:spPr>
        <p:txBody>
          <a:bodyPr/>
          <a:lstStyle/>
          <a:p>
            <a:r>
              <a:rPr lang="ru-RU" b="1" dirty="0"/>
              <a:t>Управление мячом:</a:t>
            </a:r>
            <a:endParaRPr lang="ru-RU" dirty="0"/>
          </a:p>
          <a:p>
            <a:pPr lvl="1"/>
            <a:r>
              <a:rPr lang="ru-RU" dirty="0"/>
              <a:t>Постоянная скорость, изменение направления при столкновениях</a:t>
            </a:r>
            <a:r>
              <a:rPr lang="ru-RU" dirty="0" smtClean="0"/>
              <a:t>.</a:t>
            </a:r>
            <a:endParaRPr lang="ru-RU" dirty="0"/>
          </a:p>
          <a:p>
            <a:pPr lvl="1"/>
            <a:r>
              <a:rPr lang="ru-RU" dirty="0"/>
              <a:t>Уничтожение блоков при контакте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lvl="1"/>
            <a:endParaRPr lang="ru-RU" dirty="0"/>
          </a:p>
          <a:p>
            <a:r>
              <a:rPr lang="ru-RU" b="1" dirty="0"/>
              <a:t>Платформа</a:t>
            </a:r>
            <a:r>
              <a:rPr lang="ru-RU" b="1" dirty="0" smtClean="0"/>
              <a:t>:</a:t>
            </a:r>
            <a:endParaRPr lang="ru-RU" dirty="0"/>
          </a:p>
          <a:p>
            <a:pPr lvl="1"/>
            <a:r>
              <a:rPr lang="ru-RU" dirty="0"/>
              <a:t>Движение по горизонтали, ограниченное границами экрана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lvl="1"/>
            <a:endParaRPr lang="ru-RU" dirty="0" smtClean="0"/>
          </a:p>
          <a:p>
            <a:pPr lvl="1"/>
            <a:endParaRPr lang="ru-RU" dirty="0"/>
          </a:p>
          <a:p>
            <a:r>
              <a:rPr lang="ru-RU" b="1" dirty="0"/>
              <a:t>Блоки:</a:t>
            </a:r>
            <a:endParaRPr lang="ru-RU" dirty="0"/>
          </a:p>
          <a:p>
            <a:pPr lvl="1"/>
            <a:r>
              <a:rPr lang="ru-RU" dirty="0"/>
              <a:t>Размещение в сетке, исчезновение при контакте с мячом.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1353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Итоги: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351338"/>
          </a:xfrm>
        </p:spPr>
        <p:txBody>
          <a:bodyPr/>
          <a:lstStyle/>
          <a:p>
            <a:pPr lvl="1"/>
            <a:r>
              <a:rPr lang="ru-RU" dirty="0" smtClean="0"/>
              <a:t>Успешная </a:t>
            </a:r>
            <a:r>
              <a:rPr lang="ru-RU" dirty="0"/>
              <a:t>реализация игры «</a:t>
            </a:r>
            <a:r>
              <a:rPr lang="ru-RU" dirty="0" err="1"/>
              <a:t>Арканоид</a:t>
            </a:r>
            <a:r>
              <a:rPr lang="ru-RU" dirty="0"/>
              <a:t>» на </a:t>
            </a:r>
            <a:r>
              <a:rPr lang="ru-RU" dirty="0" err="1"/>
              <a:t>Pygame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endParaRPr lang="ru-RU" dirty="0"/>
          </a:p>
          <a:p>
            <a:pPr lvl="1"/>
            <a:r>
              <a:rPr lang="ru-RU" dirty="0"/>
              <a:t>Простота и удобство управления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endParaRPr lang="ru-RU" dirty="0"/>
          </a:p>
          <a:p>
            <a:pPr lvl="1"/>
            <a:r>
              <a:rPr lang="ru-RU" dirty="0" err="1"/>
              <a:t>Минималистичный</a:t>
            </a:r>
            <a:r>
              <a:rPr lang="ru-RU" dirty="0"/>
              <a:t>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212968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220</Words>
  <Application>Microsoft Office PowerPoint</Application>
  <PresentationFormat>Широкоэкранный</PresentationFormat>
  <Paragraphs>70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Презинтация на тему: проект PyGame “алканоид”</vt:lpstr>
      <vt:lpstr>Основные задачи: </vt:lpstr>
      <vt:lpstr>.</vt:lpstr>
      <vt:lpstr>Основные элементы:</vt:lpstr>
      <vt:lpstr>.</vt:lpstr>
      <vt:lpstr>.</vt:lpstr>
      <vt:lpstr>Итоги: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Презинтация на тему: проект PyGame “алканоид”</dc:title>
  <dc:creator>Даниил</dc:creator>
  <cp:lastModifiedBy>Даниил</cp:lastModifiedBy>
  <cp:revision>4</cp:revision>
  <dcterms:created xsi:type="dcterms:W3CDTF">2025-02-12T16:02:31Z</dcterms:created>
  <dcterms:modified xsi:type="dcterms:W3CDTF">2025-02-12T16:33:20Z</dcterms:modified>
</cp:coreProperties>
</file>